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75EEC-4CFF-B594-7311-721C61AE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F16C29-CAF9-8F83-3129-F592047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71269-24BB-F562-05A1-C394FDE6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320A-87A6-07BB-7E34-191E6179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26530-3950-D3B0-95B5-EBCDA053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9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8206-1582-AC8D-0A92-E053537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9EAC-6FB5-C7D1-9770-7DA0CCC6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2B826-7B90-FFD6-2A4A-04878035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071A-70E6-E12B-DE10-C9E41BC3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3C6DF-64FF-6A21-15B4-771A6EA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64103-12D0-EDA4-AEB7-DEDBDB4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9D39F2-1AC2-AFDE-F1A9-33B00968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AD786-C2A6-AEFF-B04A-206CEC3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064-E0CE-E547-F6C5-E291911C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5B094-FBD9-895C-63A2-64A5344F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4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B92-B8E7-17A2-7DFD-E11E966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2A7B-57D4-150F-B6D1-E1506C9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F112-1C9E-B8BD-D947-3D39D771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3EA3C-AD0A-BC59-8016-9F6D246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49403-5DFA-EA0F-8669-565F36A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9EA3-06A3-1784-B55E-61A2AA05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2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61E-FAEC-A537-238A-E25FEED0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AC5DD-1E2D-1E31-F5A2-2A5DFE7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9C53-8FE2-F703-5463-15254A80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1AC919-0C02-D88E-4293-C551EF49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FFBC5-54FE-0331-9D24-5D239D5D2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0276A0-B747-0DFE-A139-A02A5E15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77B45F-4E3D-E432-3374-D8A0D9D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95F292-B97D-7832-D7B0-F45C168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4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3C4F-2028-0116-FB7F-0C37EA47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569C30-BA4C-7CAD-CAB0-9B8C5E92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30135-A092-1B7D-FADE-08B18C6D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574B1-BA3D-A411-B6AA-8E3DF1F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90EDF5-D224-AC10-87AC-E6E1B78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D07150-E775-4284-5EBD-C621926A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713B3-02AD-0CA5-EC2C-B36A3B0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1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C05D-91FF-799E-DCFD-0F18D60E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8934D-6AEF-6551-4C9B-F4892ECD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1CB76-532C-49E8-20D8-865DBF7B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5FFB7B-E5F6-6E48-44E4-CC9ABDF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A25B3-18AF-A106-E451-214114FD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B7D5E7-33B0-064A-D302-FE43296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89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6964-7F3D-EB30-B96E-3E5E69A2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CE9CD9-8FA1-0A93-3BE8-7C51ACE9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7077CF-076D-2D69-2167-A6AF0A5D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D4B85-1658-A232-6A23-A251BF62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E8E7B-EEDE-B158-38C4-7B1E94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8ADA9B-3744-A555-B926-1E9329B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2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7CA3-D479-D306-086C-C5B98F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8492FA-564E-E7BD-EBFF-D2FB96F8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A6542-DCE7-7543-27CF-A20B4012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EEB8C0-A87A-1D12-F785-D4494B8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5984D-CFD7-F2B6-D662-B6863861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83A0A-0EB8-F468-4E92-B07F5A0E8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42B3C4-FD8C-959B-75FC-D6F764771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1733-946E-E71E-BA62-AE3BC7E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03C3-6031-977A-6AB7-679CE359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DA4F2-08FE-559E-359C-D77FBB42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87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CCFAC-EE4B-ECBE-5CC9-20E1CB6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9DA54-7ABB-FA56-7BE8-19490F32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29A5B-43AD-1465-1879-41AA75FE2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096C-0985-4368-8BE5-BD3C208D533E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0E940A-2A12-F9F1-F699-FCF408FC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12552-6BF4-A457-5FBD-5417CC6F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5F234-4166-4E70-B0E8-2BB0789BF2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Музей криптографии, Москва – Афиша-Выставки">
            <a:extLst>
              <a:ext uri="{FF2B5EF4-FFF2-40B4-BE49-F238E27FC236}">
                <a16:creationId xmlns:a16="http://schemas.microsoft.com/office/drawing/2014/main" id="{172D804E-01FC-487E-09AB-83CA39F6E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8C1F4-45E1-8858-8755-C5137B50301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7A185-D1E5-E660-9EC2-CAFDAA86971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</a:t>
            </a:r>
            <a:r>
              <a:rPr lang="ru-RU" sz="1600" dirty="0" err="1">
                <a:latin typeface="Bahnschrift Condensed" panose="020B0502040204020203" pitchFamily="34" charset="0"/>
              </a:rPr>
              <a:t>Фонвизинская</a:t>
            </a:r>
            <a:endParaRPr lang="ru-RU" sz="16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F857F-72CC-8ACC-E401-4FC5CA8AC4BA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effectLst/>
                <a:latin typeface="Bahnschrift Light Condensed" panose="020B0502040204020203" pitchFamily="34" charset="0"/>
              </a:rPr>
              <a:t>Музей криптографии в Москве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первый и единственный в России научно-технологический музей, целиком посвященный математике, защите информации, технологиям секретной коммуникации и истории шифрования</a:t>
            </a:r>
            <a:r>
              <a:rPr lang="ru-RU" sz="1600" i="0" dirty="0"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Парк «Останкино»">
            <a:extLst>
              <a:ext uri="{FF2B5EF4-FFF2-40B4-BE49-F238E27FC236}">
                <a16:creationId xmlns:a16="http://schemas.microsoft.com/office/drawing/2014/main" id="{E363DC75-93E8-BAF0-5AEB-ABE076D01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53" y="0"/>
            <a:ext cx="1123614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29D9F-5B9A-E009-376B-28750C7CCFC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F4C4E-2279-D12C-4331-5A3EAE60660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</a:t>
            </a:r>
            <a:r>
              <a:rPr lang="ru-RU" sz="1600" dirty="0" err="1">
                <a:latin typeface="Bahnschrift Condensed" panose="020B0502040204020203" pitchFamily="34" charset="0"/>
              </a:rPr>
              <a:t>Фонвизинская</a:t>
            </a:r>
            <a:endParaRPr lang="ru-RU" sz="1600" dirty="0"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80EC9-D544-27C7-0090-927FC9A957FA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Парк «Останкино» — один из старейших и живописнейших парков Москвы, расположенный в Северо-Восточном административном округе. Он является частью объединенной территории ВДНХ и представляет собой историческую усадебную зону XVIII–XIX веков.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86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Новая Фондовая оранжерея Главного ботанического сада им. Н.В. Цицина РАН —  Узнай Москву">
            <a:extLst>
              <a:ext uri="{FF2B5EF4-FFF2-40B4-BE49-F238E27FC236}">
                <a16:creationId xmlns:a16="http://schemas.microsoft.com/office/drawing/2014/main" id="{E9957FDA-45E5-18BE-C6AC-EFE1722D5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367E7-44C6-199D-2EB2-05DB57ACBA0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F16C5-5CF7-BABD-619B-C4FC6DA44DA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</a:t>
            </a:r>
            <a:r>
              <a:rPr lang="ru-RU" sz="1600" dirty="0" err="1">
                <a:latin typeface="Bahnschrift Condensed" panose="020B0502040204020203" pitchFamily="34" charset="0"/>
              </a:rPr>
              <a:t>Фонвизинская</a:t>
            </a:r>
            <a:endParaRPr lang="ru-RU" sz="16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467B3-733B-D997-F867-2608A8E8E3F1}"/>
              </a:ext>
            </a:extLst>
          </p:cNvPr>
          <p:cNvSpPr txBox="1"/>
          <p:nvPr/>
        </p:nvSpPr>
        <p:spPr>
          <a:xfrm>
            <a:off x="163902" y="3090446"/>
            <a:ext cx="32435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Новая фондовая оранжерея Главного ботанического сада им. Н.В. Цицина РАН в Москве — это масштабный современный комплекс, предназначенный для сохранения и изучения тропических и субтропических растений. </a:t>
            </a:r>
          </a:p>
          <a:p>
            <a:br>
              <a:rPr lang="ru-RU" dirty="0"/>
            </a:br>
            <a:endParaRPr lang="ru-RU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00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Экскурсии на Останкинскую башню 2026">
            <a:extLst>
              <a:ext uri="{FF2B5EF4-FFF2-40B4-BE49-F238E27FC236}">
                <a16:creationId xmlns:a16="http://schemas.microsoft.com/office/drawing/2014/main" id="{5D47EDD0-9CF1-92C7-0FB5-42AF8C5B1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CACBE-5267-D2A7-F5C8-BD53B8923B2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5C4CD-7CC0-75DE-C939-9A5A0208C45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Бутырская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948BD-60D0-9E59-CEBD-2FA35FA217C3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Останкинская телебашня — телевизионная и радиовещательная башня в Москве, одно из самых высоких сооружений в Европе и мире. 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Основные факты: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Высота: 540,1 метра.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Самая высокая смотровая площадка (открытая) находится на высоте 340 метров.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19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Дом-музей академика С.П. Королева — Узнай Москву">
            <a:extLst>
              <a:ext uri="{FF2B5EF4-FFF2-40B4-BE49-F238E27FC236}">
                <a16:creationId xmlns:a16="http://schemas.microsoft.com/office/drawing/2014/main" id="{2998C219-9271-CC90-DD11-33E4421F1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7D1E6-6829-1B7D-9466-CD317857DD7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90981-2D85-6FE3-7C35-5292D392310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Бутырская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2E5DA-3919-3082-C50B-FE3201363D27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Мемориальный дом-музей академика С.П. Королева — это уникальный исторический филиал Музея космонавтики, расположенный в Москве по адресу 1-я Останкинская улица, дом 28, в пешей доступности от станции метро «ВДНХ».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8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Союзмультклуб, организация и проведение детских праздников, ул. Академика  Королёва, 21, стр. 1, Москва — Яндекс Карты">
            <a:extLst>
              <a:ext uri="{FF2B5EF4-FFF2-40B4-BE49-F238E27FC236}">
                <a16:creationId xmlns:a16="http://schemas.microsoft.com/office/drawing/2014/main" id="{DF4D2220-CF91-BE98-5056-688FBC98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703" y="0"/>
            <a:ext cx="102972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8B069-C068-80B0-ED61-897DD2EB6BA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64687-F5AE-8C0E-C95F-4A94345FBBD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Бутырская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4AE4B-17CF-BCAF-1A82-F78AF1810422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Киностудия «Союзмультфильм» (основана в 1936 г.) — старейшая и известнейшая российская студия анимационных фильмов, создавшая более 1500 мультфильмов.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«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Союзмультклуб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» (открыт в 2017 г.) — первый в России развлекательно-познавательный детский центр и музей, работающий при самой киностудии.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8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Сатирикон (театр) — Википедия">
            <a:extLst>
              <a:ext uri="{FF2B5EF4-FFF2-40B4-BE49-F238E27FC236}">
                <a16:creationId xmlns:a16="http://schemas.microsoft.com/office/drawing/2014/main" id="{E8F22DBF-D7C2-0F5F-707E-BA6866E20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235D8-E495-63A3-8D28-1A9D5A9FDFD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93B97-07A3-6514-56C5-F724B2D7536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Марьина роща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28AAA-174E-372A-7FC6-0599C6FDCAE0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Российский государственный театр «Сатирикон» имени Аркадия Райкина — это знаменитый московский драматический театр, возглавляемый художественным руководителем Константином Райкиным. В связи с масштабной реконструкцией основного исторического здания на улице Шереметьевской.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55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Московский Молодежный Центр «Планета КВН»">
            <a:extLst>
              <a:ext uri="{FF2B5EF4-FFF2-40B4-BE49-F238E27FC236}">
                <a16:creationId xmlns:a16="http://schemas.microsoft.com/office/drawing/2014/main" id="{F72FDF9F-FA4E-8DBE-8F13-A52E1C8D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141" y="0"/>
            <a:ext cx="102818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FE22A-141B-79A7-9E4B-20F7AC1A209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AB112-263B-9E37-EA22-8BBA72F96CF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Марьина роща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551EF-9D56-8625-5F03-1CA3CD176D52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Московский молодежный центр «Планета КВН» (или «Дом КВН») — это современный концертный зал в Москве, открытый в 2013 году, который служит главной базой для игр КВН, съемок телепрограмм для Первого канала, а также проведения различных концертов и шоу.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1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Парк «Фестивальный»">
            <a:extLst>
              <a:ext uri="{FF2B5EF4-FFF2-40B4-BE49-F238E27FC236}">
                <a16:creationId xmlns:a16="http://schemas.microsoft.com/office/drawing/2014/main" id="{E02370FA-432D-3AA0-D77B-A276A2C9B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05" y="0"/>
            <a:ext cx="107121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07224-DE59-129D-EACF-B3F5029DBF5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8D6A9-D20E-17F2-BF7D-977A3E9F7AB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Марьина роща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BA750-AB6C-4EDC-DB0B-E90DA4CD9B7B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Детский парк «Фестивальный»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уютный городской парк площадью 12,6 га, расположенный в Мещанском районе Центрального административного округа Москвы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Главный вход находится со стороны Олимпийского проспекта, а официальный адрес — улица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Сущёвский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Вал, дом 56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Центральный Академический Театр Российской Армии. Подробная информация:  расписание, фото, адрес и т. д. на официальном сайте Культура.РФ">
            <a:extLst>
              <a:ext uri="{FF2B5EF4-FFF2-40B4-BE49-F238E27FC236}">
                <a16:creationId xmlns:a16="http://schemas.microsoft.com/office/drawing/2014/main" id="{8B7329A2-F9CE-DED3-4777-0DEB897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38"/>
            <a:ext cx="12192000" cy="681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5824F-90D2-9450-CECD-EFE228D5ED43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52E10-BFBD-2897-375E-C1C9BB6EE4D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Достоевская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50D79-E49A-6B23-9F05-90B55C3C9B50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Центральный академический театр Российской Армии (ЦАТРА) — легендарный московский драматический театр, основанный 6 февраля 1930 года и знаменитый самой большой в Европе сценой. Здание театра построено в форме пятиконечной звезды и является шедевром советского конструктивизма.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19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Екатерининский парк - Москва">
            <a:extLst>
              <a:ext uri="{FF2B5EF4-FFF2-40B4-BE49-F238E27FC236}">
                <a16:creationId xmlns:a16="http://schemas.microsoft.com/office/drawing/2014/main" id="{C7A62C12-4796-5BC4-F6A4-E70C754C2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5945D-4907-8EB9-72CA-BA0728AAAA0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65F16-291A-7689-91D1-7721343886C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Достоевская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A6875-599F-B50A-EDDA-CA66E9C45483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Екатерининский парк в Москве — это благоустроенный исторический усадебный парк в Мещанском районе ЦАО, памятник садово-паркового искусства XVIII–XIX веков, расположенный рядом со станцией метро «Достоевская». По состоянию на весну 2026 года в парке запланирована масштабная программа комплексного благоустройства.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42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Музей-квартира Ф. М. Достоевского (Москва) — Википедия">
            <a:extLst>
              <a:ext uri="{FF2B5EF4-FFF2-40B4-BE49-F238E27FC236}">
                <a16:creationId xmlns:a16="http://schemas.microsoft.com/office/drawing/2014/main" id="{F0A48FF8-CD68-3B36-B713-90D1CAF04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8EB40-DD2D-8F2A-D2BF-0FFEEED4702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F6BD1-55CD-6E49-F4CD-5EFB4962B8E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Достоевская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5338F-DC99-F3CB-2353-1536ABF65D0F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Московский дом Достоевского (Музей-квартира)</a:t>
            </a:r>
          </a:p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Этот музей расположен в северном флигеле бывшей Мариинской больницы для бедных. Отец писателя работал здесь штаб-лекарем, и именно в этой казенной квартире Федор Михайлович жил с 1821 по 1837 год. Интерьер воссоздан по воспоминаниям младшего брата писателя.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42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Сад «Эрмитаж» — Википедия">
            <a:extLst>
              <a:ext uri="{FF2B5EF4-FFF2-40B4-BE49-F238E27FC236}">
                <a16:creationId xmlns:a16="http://schemas.microsoft.com/office/drawing/2014/main" id="{6DE56699-B8CD-E62D-1AFC-C075897EB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40EC5-A712-0270-A309-3976AD12270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482E3-5B2D-98D3-4928-B7E519CE3D5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Трубная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B3C9B-33F7-25C2-E763-2B1EAF500426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Сад «Эрмитаж» в Москве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старейших и наиболее популярных культурно-экскурсионных парков столицы, расположенный в Тверском районе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улица Каретный Ряд, дом 3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Этот небольшой, но насыщенный памятник садово-паркового искусства считается эпицентром театральной и летней эстрадной жизни города.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2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Дом-музей В.М. Васнецова">
            <a:extLst>
              <a:ext uri="{FF2B5EF4-FFF2-40B4-BE49-F238E27FC236}">
                <a16:creationId xmlns:a16="http://schemas.microsoft.com/office/drawing/2014/main" id="{385EB4A1-C98D-153C-0CF9-B42375881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" t="43" r="12036" b="-43"/>
          <a:stretch/>
        </p:blipFill>
        <p:spPr bwMode="auto">
          <a:xfrm>
            <a:off x="3528204" y="0"/>
            <a:ext cx="8663796" cy="686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25287-3F6F-2985-D2A3-D86E5C2AE4E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565BE-EC3B-3DB4-F625-E3F15E98B7C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Трубная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1B4B8-B83D-A185-BE4F-EBB8349F9DDB}"/>
              </a:ext>
            </a:extLst>
          </p:cNvPr>
          <p:cNvSpPr txBox="1"/>
          <p:nvPr/>
        </p:nvSpPr>
        <p:spPr>
          <a:xfrm>
            <a:off x="163902" y="3090446"/>
            <a:ext cx="324353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effectLst/>
                <a:latin typeface="Bahnschrift Light Condensed" panose="020B0502040204020203" pitchFamily="34" charset="0"/>
              </a:rPr>
              <a:t>Дом-музей В. М. Васнецова (филиал Государственной Третьяковской галереи)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мемориальный музей в Москве, расположенный в деревянном доме-тереме, который художник спроектировал сам в </a:t>
            </a:r>
            <a:r>
              <a:rPr lang="ru-RU" sz="1600" dirty="0" err="1">
                <a:latin typeface="Bahnschrift Light Condensed" panose="020B0502040204020203" pitchFamily="34" charset="0"/>
              </a:rPr>
              <a:t>неорусском</a:t>
            </a:r>
            <a:r>
              <a:rPr lang="ru-RU" sz="1600" dirty="0">
                <a:latin typeface="Bahnschrift Light Condensed" panose="020B0502040204020203" pitchFamily="34" charset="0"/>
              </a:rPr>
              <a:t> стиле</a:t>
            </a:r>
            <a:r>
              <a:rPr lang="ru-RU" sz="1600" i="0" dirty="0"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dirty="0">
                <a:latin typeface="Bahnschrift Light Condensed" panose="020B0502040204020203" pitchFamily="34" charset="0"/>
              </a:rPr>
            </a:br>
            <a:endParaRPr lang="ru-RU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93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сероссийский музей декоративного искусства">
            <a:extLst>
              <a:ext uri="{FF2B5EF4-FFF2-40B4-BE49-F238E27FC236}">
                <a16:creationId xmlns:a16="http://schemas.microsoft.com/office/drawing/2014/main" id="{BCDB2AFB-7CEF-BE31-3599-236884A47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B967B-7839-F407-3984-4F60BFA4789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16DC5-3AB3-8C3E-B5D5-3AFAB0CED22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Трубная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7160D-3ADA-D27D-3359-D1AE59B62068}"/>
              </a:ext>
            </a:extLst>
          </p:cNvPr>
          <p:cNvSpPr txBox="1"/>
          <p:nvPr/>
        </p:nvSpPr>
        <p:spPr>
          <a:xfrm>
            <a:off x="163902" y="3090446"/>
            <a:ext cx="324353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Всероссийский музей декоративного искусства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единственный в России музей, полностью посвященный произведениям декоративно-прикладного и народного искусства XVIII–XXI веков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расположен в центре Москвы в исторической усадьбе Остермана. </a:t>
            </a:r>
            <a:br>
              <a:rPr lang="ru-RU" dirty="0">
                <a:latin typeface="Bahnschrift Light Condensed" panose="020B0502040204020203" pitchFamily="34" charset="0"/>
              </a:rPr>
            </a:br>
            <a:endParaRPr lang="ru-RU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339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Чистые пруды, городской парк, Москва, Чистопрудный бульвар — Яндекс Карты">
            <a:extLst>
              <a:ext uri="{FF2B5EF4-FFF2-40B4-BE49-F238E27FC236}">
                <a16:creationId xmlns:a16="http://schemas.microsoft.com/office/drawing/2014/main" id="{27629465-E0D8-347E-A5F0-9D96B66E9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09" y="0"/>
            <a:ext cx="909549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B02CB-14F0-CA1A-995D-6FC16A429B0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0BD34-5B64-6849-CF80-E9E59AB9EC0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Сретенский бульвар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1823B-F733-F13D-BEA8-12E4D1E4EF4B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Чистопрудный бульвар — это один из самых красивых и протяженных (822 метра) бульваров Москвы, расположенный в Басманном районе. Он тянется от площади Мясницкие Ворота до площади Покровские Ворота.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84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Александр Сергеевич Грибоедов, памятник, мемориал, Москва, Чистопрудный  бульвар — Яндекс Карты">
            <a:extLst>
              <a:ext uri="{FF2B5EF4-FFF2-40B4-BE49-F238E27FC236}">
                <a16:creationId xmlns:a16="http://schemas.microsoft.com/office/drawing/2014/main" id="{5D518F35-C364-C526-AE09-F717CB309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69" y="0"/>
            <a:ext cx="97692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E345E-00EA-8450-7CDC-68BCF3AE0D9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35D8D-71C5-88A2-32A8-BD67ADB9FDA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Сретенский бульвар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1E422-1522-E56E-707A-5EF9734568F7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Памятник А. С. Грибоедову в Москве расположен в самом начале Чистопрудного бульвара, рядом со станцией метро «Чистые пруды». Монумент великому русскому драматургу, поэту и дипломату был открыт в 1959 году. Открытие приурочили к 130-й годовщине со дня его трагической гибели в Персии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043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Московский дом: здание Центросоюза - Москвич Mag">
            <a:extLst>
              <a:ext uri="{FF2B5EF4-FFF2-40B4-BE49-F238E27FC236}">
                <a16:creationId xmlns:a16="http://schemas.microsoft.com/office/drawing/2014/main" id="{7B004839-09C4-2B07-B137-2022E634D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r="29054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9B59F-CF6B-B930-C7FE-31FD8A815BB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F8708-D5FE-0652-0136-EC261D2A672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Сретенский бульвар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54051-781D-595B-5661-6519B232D84B}"/>
              </a:ext>
            </a:extLst>
          </p:cNvPr>
          <p:cNvSpPr txBox="1"/>
          <p:nvPr/>
        </p:nvSpPr>
        <p:spPr>
          <a:xfrm>
            <a:off x="163902" y="3090446"/>
            <a:ext cx="324353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Здание Центросоюза на Мясницкой улице в Москве — </a:t>
            </a:r>
            <a:r>
              <a:rPr lang="ru-RU" sz="1600" dirty="0">
                <a:latin typeface="Bahnschrift Light Condensed" panose="020B0502040204020203" pitchFamily="34" charset="0"/>
              </a:rPr>
              <a:t>это единственный реализованный проект знаменитого французского архитектора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Ле Корбюзье</a:t>
            </a:r>
            <a:r>
              <a:rPr lang="ru-RU" sz="1600" dirty="0">
                <a:latin typeface="Bahnschrift Light Condensed" panose="020B0502040204020203" pitchFamily="34" charset="0"/>
              </a:rPr>
              <a:t> в России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Построенный в 1928–1936 годах при участии Пьера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Жаннере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и советского архитектора Николая Колли, этот комплекс стал одним из первых масштабных офисных зданий.</a:t>
            </a:r>
            <a:br>
              <a:rPr lang="ru-RU" dirty="0">
                <a:latin typeface="Bahnschrift Light Condensed" panose="020B0502040204020203" pitchFamily="34" charset="0"/>
              </a:rPr>
            </a:br>
            <a:endParaRPr lang="ru-RU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11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Центр современного искусства Винзавод, выставочный центр, 4-й  Сыромятнический пер., 1/8с21, Москва — Яндекс Карты">
            <a:extLst>
              <a:ext uri="{FF2B5EF4-FFF2-40B4-BE49-F238E27FC236}">
                <a16:creationId xmlns:a16="http://schemas.microsoft.com/office/drawing/2014/main" id="{87F5A5C6-49D0-ADB4-D8B3-15C4C0554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06" y="0"/>
            <a:ext cx="1008529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C1FD3-FDE3-2975-18E7-38A76513B3CC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E9383-7DA4-A3FD-904F-EEF3D349977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Чкаловская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2AE79-D135-7806-0A3B-392B6711CEC2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Центр современного искусства «Винзавод»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первый и один из самых крупных частных арт-кластеров в России, расположенный на территории бывшего пивоваренного завода и винного комбината «Бавария» в Москве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338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Усадьба Муравьевых-Апостолов">
            <a:extLst>
              <a:ext uri="{FF2B5EF4-FFF2-40B4-BE49-F238E27FC236}">
                <a16:creationId xmlns:a16="http://schemas.microsoft.com/office/drawing/2014/main" id="{AAF9E0EE-4CC7-A8C7-3519-E0CB3B91B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AFAC9-D2EA-424F-7B60-2310F082AEB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21F26-EE65-7DE8-3093-B80E2474DCB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Чкаловская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D89C3-9550-80DB-0A7F-90ADFE29C61E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Усадьба Муравьёвых-Апостолов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памятник московского классицизма начала XIX века, расположенный в Москве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улица Старая Басманная, дом 23/9, строение 1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Сегодня в стенах бережно восстановленного деревянного особняка на каменном цоколе работает частный музей.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197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Больше не работает: Гоголь-центр, театр, Москва, улица Казакова, 8 — Яндекс  Карты">
            <a:extLst>
              <a:ext uri="{FF2B5EF4-FFF2-40B4-BE49-F238E27FC236}">
                <a16:creationId xmlns:a16="http://schemas.microsoft.com/office/drawing/2014/main" id="{FC206B86-CFB8-F2CB-9014-56D422D10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5" r="17600"/>
          <a:stretch/>
        </p:blipFill>
        <p:spPr bwMode="auto">
          <a:xfrm>
            <a:off x="671804" y="0"/>
            <a:ext cx="115201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5FC5A-FFC3-4AD5-3038-2090F0FAD40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A642F-9934-1C2D-F03A-1B6FFDDE656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Чкаловская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D6AE6-6D12-4A4B-5A5B-A3C57A390328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Bahnschrift Light Condensed" panose="020B0502040204020203" pitchFamily="34" charset="0"/>
              </a:rPr>
              <a:t>Московский театр «Гоголь-центр» официально закрыт с июля 2022 года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а самой площадке возвращено историческое название — Московский драматический театр имени Н. В. Гоголя.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687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undefined">
            <a:extLst>
              <a:ext uri="{FF2B5EF4-FFF2-40B4-BE49-F238E27FC236}">
                <a16:creationId xmlns:a16="http://schemas.microsoft.com/office/drawing/2014/main" id="{31503CB1-4CBF-E18D-C5D1-2DC743E21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7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D08C6-C373-9F80-FBEB-C02A44D29C7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6D740-2125-B1B4-6DB5-F1A50494747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Римская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0FA9D-8D50-1D0A-13C2-B5AFBB30169C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 err="1">
                <a:effectLst/>
                <a:latin typeface="Bahnschrift Light Condensed" panose="020B0502040204020203" pitchFamily="34" charset="0"/>
              </a:rPr>
              <a:t>Крутицкое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 Патриаршее подворье — 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историко-архитектурный комплекс XIII–XVII веков в Москве, сохранивший атмосферу древней столицы. Это бывшая резиденция епископов </a:t>
            </a:r>
            <a:r>
              <a:rPr lang="ru-RU" sz="1600" dirty="0" err="1">
                <a:latin typeface="Bahnschrift Light Condensed" panose="020B0502040204020203" pitchFamily="34" charset="0"/>
              </a:rPr>
              <a:t>Сарских</a:t>
            </a:r>
            <a:r>
              <a:rPr lang="ru-RU" sz="1600" dirty="0">
                <a:latin typeface="Bahnschrift Light Condensed" panose="020B0502040204020203" pitchFamily="34" charset="0"/>
              </a:rPr>
              <a:t> и </a:t>
            </a:r>
            <a:r>
              <a:rPr lang="ru-RU" sz="1600" dirty="0" err="1">
                <a:latin typeface="Bahnschrift Light Condensed" panose="020B0502040204020203" pitchFamily="34" charset="0"/>
              </a:rPr>
              <a:t>Подонских</a:t>
            </a:r>
            <a:r>
              <a:rPr lang="ru-RU" sz="1600" dirty="0">
                <a:latin typeface="Bahnschrift Light Condensed" panose="020B0502040204020203" pitchFamily="34" charset="0"/>
              </a:rPr>
              <a:t>, а сейчас — действующее подворье Патриарха Московского и всея Руси.</a:t>
            </a:r>
          </a:p>
        </p:txBody>
      </p:sp>
    </p:spTree>
    <p:extLst>
      <p:ext uri="{BB962C8B-B14F-4D97-AF65-F5344CB8AC3E}">
        <p14:creationId xmlns:p14="http://schemas.microsoft.com/office/powerpoint/2010/main" val="502284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9E2FACBA-945A-4576-0AC1-EEFEFF6F3B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46" b="10212"/>
          <a:stretch/>
        </p:blipFill>
        <p:spPr bwMode="auto">
          <a:xfrm>
            <a:off x="3524250" y="-2"/>
            <a:ext cx="86677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B08DE-6AD3-4AB5-298F-ED48CC49F63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C4A1A-AB9A-3051-A980-87AD2D4138D2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Римская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94806-1C86-8842-B71E-A654EF73975B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 err="1">
                <a:effectLst/>
                <a:latin typeface="Bahnschrift Light Condensed" panose="020B0502040204020203" pitchFamily="34" charset="0"/>
              </a:rPr>
              <a:t>Спасо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-Андроников монастырь</a:t>
            </a:r>
            <a:r>
              <a:rPr lang="ru-RU" sz="1600" dirty="0">
                <a:latin typeface="Bahnschrift Light Condensed" panose="020B0502040204020203" pitchFamily="34" charset="0"/>
              </a:rPr>
              <a:t> — один из древнейших монастырей Москвы, основанный в 1357 году митрополитом Алексием. Он расположен на высоком берегу реки Яузы и знаменит тем, что здесь жил и был похоронен великий иконописец </a:t>
            </a:r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Андрей Рублев.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230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Храм преподобного Сергия Радонежского">
            <a:extLst>
              <a:ext uri="{FF2B5EF4-FFF2-40B4-BE49-F238E27FC236}">
                <a16:creationId xmlns:a16="http://schemas.microsoft.com/office/drawing/2014/main" id="{4F549949-25B1-2B7C-0309-FA814EAAD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1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298AA-0E31-2F77-363A-20941FCB11D0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C0F16-5914-BAA4-E21B-12A55E64FE5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Римская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45533-05EB-3BCE-A2DB-5E63E57047B4}"/>
              </a:ext>
            </a:extLst>
          </p:cNvPr>
          <p:cNvSpPr txBox="1"/>
          <p:nvPr/>
        </p:nvSpPr>
        <p:spPr>
          <a:xfrm>
            <a:off x="163902" y="3090446"/>
            <a:ext cx="32435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none" strike="noStrike" dirty="0">
                <a:effectLst/>
                <a:latin typeface="Bahnschrift Light Condensed" panose="020B0502040204020203" pitchFamily="34" charset="0"/>
              </a:rPr>
              <a:t>Храм преподобного Сергия Радонежского в Рогожской слободе</a:t>
            </a:r>
            <a:r>
              <a:rPr lang="ru-RU" sz="1600" dirty="0">
                <a:latin typeface="Bahnschrift Light Condensed" panose="020B0502040204020203" pitchFamily="34" charset="0"/>
              </a:rPr>
              <a:t> — это яркий памятник архитектуры классицизма начала XIX века, расположенный в Таганском районе Москвы. Его история тесно связана с соседним </a:t>
            </a:r>
            <a:r>
              <a:rPr lang="ru-RU" sz="1600" dirty="0" err="1">
                <a:latin typeface="Bahnschrift Light Condensed" panose="020B0502040204020203" pitchFamily="34" charset="0"/>
              </a:rPr>
              <a:t>Спасо</a:t>
            </a:r>
            <a:r>
              <a:rPr lang="ru-RU" sz="1600" dirty="0">
                <a:latin typeface="Bahnschrift Light Condensed" panose="020B0502040204020203" pitchFamily="34" charset="0"/>
              </a:rPr>
              <a:t>-Андрониковым монастырем: по преданию, на этом месте в XIV веке находилась келья преподобного Сергия, откуда он наблюдал за строительством обители.</a:t>
            </a:r>
          </a:p>
        </p:txBody>
      </p:sp>
    </p:spTree>
    <p:extLst>
      <p:ext uri="{BB962C8B-B14F-4D97-AF65-F5344CB8AC3E}">
        <p14:creationId xmlns:p14="http://schemas.microsoft.com/office/powerpoint/2010/main" val="4063058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Реквием Симонова монастыря ::: Константин Михайлов | Хранители наследия">
            <a:extLst>
              <a:ext uri="{FF2B5EF4-FFF2-40B4-BE49-F238E27FC236}">
                <a16:creationId xmlns:a16="http://schemas.microsoft.com/office/drawing/2014/main" id="{3EE04292-21BD-7F56-6EF2-8666DD14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418ED-2E50-D707-C2AA-C81CA6022B5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83A65-64C8-8BEE-B043-E969DE820F4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Крестьянская застава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C8E95-EA91-5BD6-601E-CB34930112FB}"/>
              </a:ext>
            </a:extLst>
          </p:cNvPr>
          <p:cNvSpPr txBox="1"/>
          <p:nvPr/>
        </p:nvSpPr>
        <p:spPr>
          <a:xfrm>
            <a:off x="163902" y="3090446"/>
            <a:ext cx="324353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Google Sans"/>
              </a:rPr>
              <a:t>От некогда богатейшего и мощного Симонова монастыря, основанного в XIV веке, </a:t>
            </a:r>
            <a:r>
              <a:rPr lang="ru-RU" sz="1600" dirty="0"/>
              <a:t>сегодня </a:t>
            </a:r>
            <a:r>
              <a:rPr lang="ru-RU" sz="1600" dirty="0">
                <a:effectLst/>
              </a:rPr>
              <a:t>сохранилась лишь треть построек</a:t>
            </a:r>
            <a:r>
              <a:rPr lang="ru-RU" sz="1600" i="0" dirty="0">
                <a:solidFill>
                  <a:srgbClr val="0A0A0A"/>
                </a:solidFill>
                <a:effectLst/>
                <a:latin typeface="Google Sans"/>
              </a:rPr>
              <a:t>. Большая часть монастырского ансамбля (включая уникальный Успенский собор и 100-метровую колокольню) была взорвана в 1930 году для строительства Дворца культуры ЗИЛ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76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Главная - Новоспасский Ставропигиальный мужской монастырь">
            <a:extLst>
              <a:ext uri="{FF2B5EF4-FFF2-40B4-BE49-F238E27FC236}">
                <a16:creationId xmlns:a16="http://schemas.microsoft.com/office/drawing/2014/main" id="{F54EF5C0-E4CE-D3B8-8D86-80DA72A7C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8" r="13283"/>
          <a:stretch/>
        </p:blipFill>
        <p:spPr bwMode="auto">
          <a:xfrm>
            <a:off x="3528203" y="0"/>
            <a:ext cx="86637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CF6AF-EC92-FF70-6F7A-151918B2173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8B819-A43A-149D-7DA0-771E40C0B73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Крестьянская застава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BA1B9-4780-D3CE-810D-612E4FB9DE0B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Новоспасский ставропигиальный мужской монастырь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старейших и наиболее значимых православных монастырей Москвы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знаменит своей тесной связью с царской династией Романовых, уникальной архитектурой и важными христианскими святынями.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304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Крутицкое подворье. - Изображение Крутицкое подворье, Москва - Tripadvisor">
            <a:extLst>
              <a:ext uri="{FF2B5EF4-FFF2-40B4-BE49-F238E27FC236}">
                <a16:creationId xmlns:a16="http://schemas.microsoft.com/office/drawing/2014/main" id="{8BC8781F-158B-ACAD-62E7-E48B8A5A5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3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FEE00-2D56-3232-42FC-32B840C76361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0C506-E2D2-B7A4-CCAA-DE4264B9687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Крестьянская застава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8B16F-A3C8-86ED-88A4-C9F73C027450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Крутицкое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подворье (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Крутицкое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патриаршее подворье)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памятник архитектуры XVII-XVIII веков в Москве, сохранивший атмосферу древней столицы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бывшая резиденция епископов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Сарских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и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Подонских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основанная в XIII веке.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617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Отзывы о Дворец культуры Подшипникового завода (ДК ПЗ) — Вологда — Quick  Tickets">
            <a:extLst>
              <a:ext uri="{FF2B5EF4-FFF2-40B4-BE49-F238E27FC236}">
                <a16:creationId xmlns:a16="http://schemas.microsoft.com/office/drawing/2014/main" id="{6EF758C2-4800-FC6B-9726-E4428667F0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8" r="16837"/>
          <a:stretch/>
        </p:blipFill>
        <p:spPr bwMode="auto">
          <a:xfrm>
            <a:off x="3528204" y="-1"/>
            <a:ext cx="866379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0EBB9-C6C2-B429-D1D0-620EE28F13D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B09E9-CE48-B2AD-7408-385D924A378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Дубровка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B2798-F9BB-7023-5C62-ACEA8690CC18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Дворец культуры для работников 1-го Государственного подшипникового завода (ГПЗ-1) — это известный культурный центр в Москве, построенный в 1974–1975 годах. В советское время здесь работали кружки, театральные студии, музыкальные и танцевальные секции для заводчан.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450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Мозаика | Торгово-развлекательный центр">
            <a:extLst>
              <a:ext uri="{FF2B5EF4-FFF2-40B4-BE49-F238E27FC236}">
                <a16:creationId xmlns:a16="http://schemas.microsoft.com/office/drawing/2014/main" id="{7C3F6103-D9EC-C756-113F-75588BFE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093" y="-1"/>
            <a:ext cx="10301907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D4C7E-1B58-A5A9-7905-1C01151ABAA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Люблинская 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A4563-D61C-196C-7D77-44C9A2A2AC9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Дубровка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02B7D-8457-8371-BAA5-B52A031A606C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ТРЦ «Мозаика» — крупный трехэтажный торгово-развлекательный комплекс в Южнопортовом районе Москвы, расположенный по адресу 7-я Кожуховская улица, дом 9. Комплекс площадью 134 000 м² предлагает посетителям более 200 магазинов, зоны семейного отдыха, кинотеатр и фитнес-центр.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407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МИКС Картинг, Москва: лучшие советы перед посещением - Tripadvisor">
            <a:extLst>
              <a:ext uri="{FF2B5EF4-FFF2-40B4-BE49-F238E27FC236}">
                <a16:creationId xmlns:a16="http://schemas.microsoft.com/office/drawing/2014/main" id="{ADED28D1-E0EB-E42B-F7C1-C0F0E96D4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5"/>
          <a:stretch/>
        </p:blipFill>
        <p:spPr bwMode="auto">
          <a:xfrm>
            <a:off x="1354238" y="-1"/>
            <a:ext cx="1083776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34F4D-3895-B768-5AB3-E005505029C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Bahnschrift Condensed" panose="020B0502040204020203" pitchFamily="34" charset="0"/>
              </a:rPr>
              <a:t>Люблинская 	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3B227-018E-E420-5B54-9A5FAF71AEC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Дубровка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00779-CB94-0A21-82DA-A76FB85184F0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MIKS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Karting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 (бывший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Forza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Karting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масштабный крытый картинг-центр в Москве, расположенный внутри ТТК. Он известен своей длинной трассой, мощными картами и активной гоночной жизнью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262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1344</Words>
  <Application>Microsoft Office PowerPoint</Application>
  <PresentationFormat>Широкоэкранный</PresentationFormat>
  <Paragraphs>96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Bahnschrift Condensed</vt:lpstr>
      <vt:lpstr>Bahnschrift Light Condensed</vt:lpstr>
      <vt:lpstr>Google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Лизок</dc:creator>
  <cp:lastModifiedBy>Лизок</cp:lastModifiedBy>
  <cp:revision>11</cp:revision>
  <dcterms:created xsi:type="dcterms:W3CDTF">2026-04-20T18:33:53Z</dcterms:created>
  <dcterms:modified xsi:type="dcterms:W3CDTF">2026-05-16T17:32:58Z</dcterms:modified>
</cp:coreProperties>
</file>