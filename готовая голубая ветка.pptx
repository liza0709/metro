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75EEC-4CFF-B594-7311-721C61AE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F16C29-CAF9-8F83-3129-F592047B6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71269-24BB-F562-05A1-C394FDE6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3320A-87A6-07BB-7E34-191E6179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26530-3950-D3B0-95B5-EBCDA053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98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48206-1582-AC8D-0A92-E053537B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49EAC-6FB5-C7D1-9770-7DA0CCC6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D2B826-7B90-FFD6-2A4A-04878035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F071A-70E6-E12B-DE10-C9E41BC3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3C6DF-64FF-6A21-15B4-771A6EA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12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64103-12D0-EDA4-AEB7-DEDBDB4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9D39F2-1AC2-AFDE-F1A9-33B00968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AD786-C2A6-AEFF-B04A-206CEC3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94064-E0CE-E547-F6C5-E291911C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65B094-FBD9-895C-63A2-64A5344F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44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0B92-B8E7-17A2-7DFD-E11E966E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2A7B-57D4-150F-B6D1-E1506C9B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ECF112-1C9E-B8BD-D947-3D39D771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3EA3C-AD0A-BC59-8016-9F6D2469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B49403-5DFA-EA0F-8669-565F36A7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89EA3-06A3-1784-B55E-61A2AA05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2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2161E-FAEC-A537-238A-E25FEED0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AC5DD-1E2D-1E31-F5A2-2A5DFE72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9C53-8FE2-F703-5463-15254A805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1AC919-0C02-D88E-4293-C551EF49F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2FFBC5-54FE-0331-9D24-5D239D5D2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0276A0-B747-0DFE-A139-A02A5E15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77B45F-4E3D-E432-3374-D8A0D9DA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95F292-B97D-7832-D7B0-F45C168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4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B3C4F-2028-0116-FB7F-0C37EA47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569C30-BA4C-7CAD-CAB0-9B8C5E92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230135-A092-1B7D-FADE-08B18C6D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574B1-BA3D-A411-B6AA-8E3DF1F6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78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90EDF5-D224-AC10-87AC-E6E1B784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D07150-E775-4284-5EBD-C621926A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713B3-02AD-0CA5-EC2C-B36A3B0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1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C05D-91FF-799E-DCFD-0F18D60E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98934D-6AEF-6551-4C9B-F4892ECD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1CB76-532C-49E8-20D8-865DBF7B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5FFB7B-E5F6-6E48-44E4-CC9ABDF6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A25B3-18AF-A106-E451-214114FD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B7D5E7-33B0-064A-D302-FE432963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89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6964-7F3D-EB30-B96E-3E5E69A2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CE9CD9-8FA1-0A93-3BE8-7C51ACE9B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7077CF-076D-2D69-2167-A6AF0A5D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8D4B85-1658-A232-6A23-A251BF62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E8E7B-EEDE-B158-38C4-7B1E9475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8ADA9B-3744-A555-B926-1E9329BC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24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7CA3-D479-D306-086C-C5B98FA1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8492FA-564E-E7BD-EBFF-D2FB96F8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A6542-DCE7-7543-27CF-A20B4012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EEB8C0-A87A-1D12-F785-D4494B85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B5984D-CFD7-F2B6-D662-B6863861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D83A0A-0EB8-F468-4E92-B07F5A0E8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42B3C4-FD8C-959B-75FC-D6F764771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B1733-946E-E71E-BA62-AE3BC7E8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903C3-6031-977A-6AB7-679CE359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DA4F2-08FE-559E-359C-D77FBB42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87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CCFAC-EE4B-ECBE-5CC9-20E1CB69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79DA54-7ABB-FA56-7BE8-19490F32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E29A5B-43AD-1465-1879-41AA75FE2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0E940A-2A12-F9F1-F699-FCF408FC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612552-6BF4-A457-5FBD-5417CC6F0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81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тография">
            <a:extLst>
              <a:ext uri="{FF2B5EF4-FFF2-40B4-BE49-F238E27FC236}">
                <a16:creationId xmlns:a16="http://schemas.microsoft.com/office/drawing/2014/main" id="{D53F1705-D94D-89D7-5214-434CCF63E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3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E6344-09F7-5BEC-7979-664570063AA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Филёвская 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9859C-775A-758F-1E81-4757E662C87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Александровский сад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4C8DA-8305-DB40-356E-4419A1ED31C6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Российская государственная библиотека (РГБ), известная также как «Ленинка», </a:t>
            </a:r>
            <a:r>
              <a:rPr lang="ru-RU" sz="1600" dirty="0">
                <a:latin typeface="Bahnschrift Light Condensed" panose="020B0502040204020203" pitchFamily="34" charset="0"/>
              </a:rPr>
              <a:t>является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крупнейшей публичной библиотекой в России и Европе</a:t>
            </a:r>
            <a:r>
              <a:rPr lang="ru-RU" sz="1600" dirty="0">
                <a:latin typeface="Bahnschrift Light Condensed" panose="020B0502040204020203" pitchFamily="34" charset="0"/>
              </a:rPr>
              <a:t>, а также второй по величине в мире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Главный корпус расположен в самом центре Москвы.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7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F6A4271-49B8-DD10-D47A-B33130571D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0"/>
          <a:stretch/>
        </p:blipFill>
        <p:spPr bwMode="auto">
          <a:xfrm>
            <a:off x="3528204" y="-1"/>
            <a:ext cx="866379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EE279-DE32-BBFE-DFAA-180173D5150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8BD6E2-244B-343F-38DA-BA91F4832FE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Александровский сад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8E2CB-AD69-E4A2-C372-CF65A0225D63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Манежная площадь — 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крупнейших и самых известных площадей в самом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центре Москвы</a:t>
            </a:r>
            <a:r>
              <a:rPr lang="ru-RU" sz="1600" dirty="0">
                <a:latin typeface="Bahnschrift Light Condensed" panose="020B0502040204020203" pitchFamily="34" charset="0"/>
              </a:rPr>
              <a:t>, расположенная рядом с Кремлем, Александровским садом и Красной площадью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 пешеходное пространство, крупный туристический узел и популярное место проведения городских фестивалей.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14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Памятник Фёдору Достоевскому, 2009 год">
            <a:extLst>
              <a:ext uri="{FF2B5EF4-FFF2-40B4-BE49-F238E27FC236}">
                <a16:creationId xmlns:a16="http://schemas.microsoft.com/office/drawing/2014/main" id="{88E28347-1FA8-75E8-F703-383BCC4E8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28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BE411-7FF5-BB32-2AAF-EC25DDE741A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6746E-8FD7-CA1A-9D80-8886BFCBC1E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Александровский сад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5A764-9BE0-4073-12F3-6F2438BF5200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Знаменитый памятник Ф.М. Достоевскому находится в шаговой доступности от Манежной площади — прямо перед зданием Российской государственной библиотеки (РГБ).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4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51AE6DA-C79B-252F-968A-2CCBF58058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48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CFB3F-34E9-3EB8-B778-E2034A2F47D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63339-3E17-4A29-4EF7-43907A474CA7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Арбатская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92174-50AA-9F40-E834-B9E19D1EF4E8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Старый Арбат — 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самых известных и старейших пешеходных улиц Москвы, расположенная в районе Арбат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 крупный туристический центр с богатой историей, архитектурой и уличной культурой.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11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640A139-92CC-362E-A908-F7DE636E1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8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98BB0-66FD-30B0-F934-4835FB7B150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D472A3-36A8-78A0-324B-6F323245090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Арбатская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47F4C-E331-8795-D95A-4A461AB25370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Государственный академический театр имени Евгения Вахтангова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самых известных, посещаемых и авторитетных драматических театров России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расположен в самом центре Москвы, непосредственно на пешеходной улице Старый Арбат.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806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Отзывы об «Особняк Арсения Морозова» на Арбатской, Москва, улица  Воздвиженка, 16 — страница 6 — Яндекс Карты">
            <a:extLst>
              <a:ext uri="{FF2B5EF4-FFF2-40B4-BE49-F238E27FC236}">
                <a16:creationId xmlns:a16="http://schemas.microsoft.com/office/drawing/2014/main" id="{12EEE9FB-21C7-B56A-391E-8AB382874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9D4C9-959C-D0C1-9762-CBCE3A116A5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0849F-7285-3BEC-33FE-EE5CC806D9C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Арбатская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C3C4-9C17-BF7D-C969-6DAD1E63F2F3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Особняк Арсения Морозова (известный также как «Дом с ракушками»)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памятник архитектуры в центре Москвы, сочетающий в себе элементы эклектики, модерна и экзотического </a:t>
            </a:r>
            <a:r>
              <a:rPr lang="ru-RU" sz="1600" dirty="0" err="1">
                <a:latin typeface="Bahnschrift Light Condensed" panose="020B0502040204020203" pitchFamily="34" charset="0"/>
              </a:rPr>
              <a:t>неомавританского</a:t>
            </a:r>
            <a:r>
              <a:rPr lang="ru-RU" sz="1600" dirty="0">
                <a:latin typeface="Bahnschrift Light Condensed" panose="020B0502040204020203" pitchFamily="34" charset="0"/>
              </a:rPr>
              <a:t> стиля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4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Смоленская-Сенная площадь — Википедия">
            <a:extLst>
              <a:ext uri="{FF2B5EF4-FFF2-40B4-BE49-F238E27FC236}">
                <a16:creationId xmlns:a16="http://schemas.microsoft.com/office/drawing/2014/main" id="{51DC82F8-A424-DA52-3C05-9B975B78A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65"/>
          <a:stretch/>
        </p:blipFill>
        <p:spPr bwMode="auto">
          <a:xfrm>
            <a:off x="3528205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9D8B6-3FED-4661-38FA-E66FE8528DE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1E75C-55A7-77E6-36B2-4D64CFA9B4A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Смоленская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A5E97-C006-CAAF-8E22-4C061837B0E5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Смоленская площадь — крупная площадь в центре Москвы, являющаяся частью Садового кольца (на стыке Смоленского бульвара и Новинского бульвара). Она находится на территории района Арбат и тесно связана с историей одноименной улицы.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18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Новый Арбат">
            <a:extLst>
              <a:ext uri="{FF2B5EF4-FFF2-40B4-BE49-F238E27FC236}">
                <a16:creationId xmlns:a16="http://schemas.microsoft.com/office/drawing/2014/main" id="{302D18EC-084D-DF54-074C-128D341BE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397" y="0"/>
            <a:ext cx="10282105" cy="685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D4CAC-A7B5-69AC-D007-0ED26343DC2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900EB-D2DC-1958-8AB6-85C0DB01C7E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Смоленская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45055-1C00-9DC6-112C-3875A40F0F99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Улица Новый Арбат (в 1963–1990 годах — часть проспекта Калинина) — </a:t>
            </a:r>
            <a:r>
              <a:rPr lang="ru-RU" sz="1600" dirty="0">
                <a:latin typeface="Bahnschrift Light Condensed" panose="020B0502040204020203" pitchFamily="34" charset="0"/>
              </a:rPr>
              <a:t>крупная шестиполосная магистраль в районе Арбат Центрального административного округа Москвы, пролегающая параллельно пешеходному Старому Арбату от площади Арбатские Ворота до Смоленской набережной</a:t>
            </a:r>
          </a:p>
        </p:txBody>
      </p:sp>
    </p:spTree>
    <p:extLst>
      <p:ext uri="{BB962C8B-B14F-4D97-AF65-F5344CB8AC3E}">
        <p14:creationId xmlns:p14="http://schemas.microsoft.com/office/powerpoint/2010/main" val="391141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33BE03B3-4A58-9BF5-BF88-2C1C5F811F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D0529-3A84-A874-1907-A6EADE1903C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A0483-7F3B-2C34-DA47-B6E71DEFCC3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Смоленская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1E9D6-9265-52D0-1869-2F1CB01F5E6F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Здание Министерства иностранных дел (МИД) России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семи знаменитых «сталинских высоток» в Москве, расположенная на Смоленской-Сенной площади</a:t>
            </a:r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 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994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Фото Киевского вокзала">
            <a:extLst>
              <a:ext uri="{FF2B5EF4-FFF2-40B4-BE49-F238E27FC236}">
                <a16:creationId xmlns:a16="http://schemas.microsoft.com/office/drawing/2014/main" id="{C0DC12B6-39F3-5CE5-83FD-1E262B72A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7" y="0"/>
            <a:ext cx="107743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23709-F76E-5F2F-0CD3-524F97E758B3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BCAAD-BB46-FF00-5B0D-8DA6EC12444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C36D4-D8C4-84DE-1B71-5C03B58D904C}"/>
              </a:ext>
            </a:extLst>
          </p:cNvPr>
          <p:cNvSpPr txBox="1"/>
          <p:nvPr/>
        </p:nvSpPr>
        <p:spPr>
          <a:xfrm>
            <a:off x="163902" y="3090446"/>
            <a:ext cx="32435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Киевский вокзал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крупнейших железнодорожных узлов Москвы, расположенный по адресу: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площадь Киевского Вокзала, дом 1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58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Бородинский мост">
            <a:extLst>
              <a:ext uri="{FF2B5EF4-FFF2-40B4-BE49-F238E27FC236}">
                <a16:creationId xmlns:a16="http://schemas.microsoft.com/office/drawing/2014/main" id="{D68CC221-E2CB-CA9B-EA2F-D7BD0EB33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A9EB-DC63-7B9C-F455-273FF03F51CC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3EBCA-E48A-CE4F-A4E8-F47B700D41C9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2496C-BFB1-F3E0-7BC4-BB2A46349C28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Бородинский мост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действующий стальной </a:t>
            </a:r>
            <a:r>
              <a:rPr lang="ru-RU" sz="1600" dirty="0" err="1">
                <a:latin typeface="Bahnschrift Light Condensed" panose="020B0502040204020203" pitchFamily="34" charset="0"/>
              </a:rPr>
              <a:t>трёхпролётный</a:t>
            </a:r>
            <a:r>
              <a:rPr lang="ru-RU" sz="1600" dirty="0">
                <a:latin typeface="Bahnschrift Light Condensed" panose="020B0502040204020203" pitchFamily="34" charset="0"/>
              </a:rPr>
              <a:t> автомобильно-пешеходный мост через Москву-реку в центре столицы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связывает Смоленскую улицу (и Садовое кольцо) с Большой Дорогомиловской улицей и площадью Киевского вокзала.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872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B7B0BBE-A147-8761-AE12-9A7B3EA3D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23" y="-1"/>
            <a:ext cx="10282177" cy="685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FAD99-F1B0-51CE-E46C-F1A459DDCD3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Сокольническая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45430-F5B5-F0F2-9D82-E8EFB99BE82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2A182-9FC9-7A10-AAA8-5BFA104CC4E3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«Бестиарий» — это интерактивный музей криптозоологии, посвященный мифическим существам, фантастическим животным и легендам народов мира. На сегодняшний день проект работает в двух городах России: Москве и Санкт-Петербурге.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764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451</Words>
  <Application>Microsoft Office PowerPoint</Application>
  <PresentationFormat>Широкоэкранный</PresentationFormat>
  <Paragraphs>36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Bahnschrift Condensed</vt:lpstr>
      <vt:lpstr>Bahnschrift Light Condensed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Лизок</dc:creator>
  <cp:lastModifiedBy>Лизок</cp:lastModifiedBy>
  <cp:revision>10</cp:revision>
  <dcterms:created xsi:type="dcterms:W3CDTF">2026-04-20T18:33:53Z</dcterms:created>
  <dcterms:modified xsi:type="dcterms:W3CDTF">2026-05-16T17:34:27Z</dcterms:modified>
</cp:coreProperties>
</file>