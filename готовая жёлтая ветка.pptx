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89" d="100"/>
          <a:sy n="89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75EEC-4CFF-B594-7311-721C61AE0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F16C29-CAF9-8F83-3129-F592047B6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171269-24BB-F562-05A1-C394FDE6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3320A-87A6-07BB-7E34-191E6179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726530-3950-D3B0-95B5-EBCDA053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98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48206-1582-AC8D-0A92-E053537B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49EAC-6FB5-C7D1-9770-7DA0CCC62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D2B826-7B90-FFD6-2A4A-04878035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F071A-70E6-E12B-DE10-C9E41BC3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3C6DF-64FF-6A21-15B4-771A6EA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12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64103-12D0-EDA4-AEB7-DEDBDB4F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9D39F2-1AC2-AFDE-F1A9-33B00968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AD786-C2A6-AEFF-B04A-206CEC3D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94064-E0CE-E547-F6C5-E291911C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65B094-FBD9-895C-63A2-64A5344F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44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0B92-B8E7-17A2-7DFD-E11E966E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62A7B-57D4-150F-B6D1-E1506C9BC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ECF112-1C9E-B8BD-D947-3D39D7713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B3EA3C-AD0A-BC59-8016-9F6D2469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B49403-5DFA-EA0F-8669-565F36A7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89EA3-06A3-1784-B55E-61A2AA05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28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2161E-FAEC-A537-238A-E25FEED0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BAC5DD-1E2D-1E31-F5A2-2A5DFE72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9C53-8FE2-F703-5463-15254A805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1AC919-0C02-D88E-4293-C551EF49F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2FFBC5-54FE-0331-9D24-5D239D5D2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0276A0-B747-0DFE-A139-A02A5E15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77B45F-4E3D-E432-3374-D8A0D9DA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95F292-B97D-7832-D7B0-F45C1682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24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B3C4F-2028-0116-FB7F-0C37EA47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569C30-BA4C-7CAD-CAB0-9B8C5E92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230135-A092-1B7D-FADE-08B18C6D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574B1-BA3D-A411-B6AA-8E3DF1F6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78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90EDF5-D224-AC10-87AC-E6E1B784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D07150-E775-4284-5EBD-C621926A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713B3-02AD-0CA5-EC2C-B36A3B0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1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C05D-91FF-799E-DCFD-0F18D60E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98934D-6AEF-6551-4C9B-F4892ECD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41CB76-532C-49E8-20D8-865DBF7B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5FFB7B-E5F6-6E48-44E4-CC9ABDF6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A25B3-18AF-A106-E451-214114FD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B7D5E7-33B0-064A-D302-FE432963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89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06964-7F3D-EB30-B96E-3E5E69A2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CE9CD9-8FA1-0A93-3BE8-7C51ACE9B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7077CF-076D-2D69-2167-A6AF0A5D2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8D4B85-1658-A232-6A23-A251BF62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E8E7B-EEDE-B158-38C4-7B1E9475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8ADA9B-3744-A555-B926-1E9329BC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24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47CA3-D479-D306-086C-C5B98FA1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8492FA-564E-E7BD-EBFF-D2FB96F8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9A6542-DCE7-7543-27CF-A20B4012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EEB8C0-A87A-1D12-F785-D4494B85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B5984D-CFD7-F2B6-D662-B6863861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D83A0A-0EB8-F468-4E92-B07F5A0E8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42B3C4-FD8C-959B-75FC-D6F764771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0B1733-946E-E71E-BA62-AE3BC7E8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903C3-6031-977A-6AB7-679CE359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DA4F2-08FE-559E-359C-D77FBB42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87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CCFAC-EE4B-ECBE-5CC9-20E1CB69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79DA54-7ABB-FA56-7BE8-19490F32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E29A5B-43AD-1465-1879-41AA75FE2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0E940A-2A12-F9F1-F699-FCF408FC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612552-6BF4-A457-5FBD-5417CC6F0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81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65FBA00A-82E9-7F0B-7E23-B7DF6E4B1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" b="7807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E7A7E-B253-12F6-A449-83FF70C189A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ED104-7A5D-807C-C2F5-78375B7F3C31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Шоссе Энтузиастов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16780-4863-92FF-8D06-A832EB5D053C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Измайловский парк культуры и отдыха</a:t>
            </a:r>
            <a:r>
              <a:rPr lang="ru-RU" sz="1600" dirty="0">
                <a:latin typeface="Bahnschrift Light Condensed" panose="020B0502040204020203" pitchFamily="34" charset="0"/>
              </a:rPr>
              <a:t> — один из крупнейших и экологически чистых парков Москвы, занимающий площадь более 300 гектаров. Это популярное место для семейного отдыха, спорта и прогулок на свежем воздухе.</a:t>
            </a:r>
          </a:p>
        </p:txBody>
      </p:sp>
    </p:spTree>
    <p:extLst>
      <p:ext uri="{BB962C8B-B14F-4D97-AF65-F5344CB8AC3E}">
        <p14:creationId xmlns:p14="http://schemas.microsoft.com/office/powerpoint/2010/main" val="227777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2BA6532-754C-34F4-EDFC-AE4868EEEA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"/>
          <a:stretch/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77DCD-1148-B74B-FF48-8986FD70FFA0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62CC4-4E5F-270C-1C38-502E749EC72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Шоссе Энтузиастов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68219-CAAE-A001-2597-30C64C709F46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Усадьба Измайлово — это </a:t>
            </a:r>
            <a:r>
              <a:rPr lang="ru-RU" sz="1600" dirty="0">
                <a:latin typeface="Bahnschrift Light Condensed" panose="020B0502040204020203" pitchFamily="34" charset="0"/>
              </a:rPr>
              <a:t>бывшая царская резиденция династии Романовых, расположенная на искусственном острове, окруженном Серебряно-Виноградным прудом. Сегодня она является частью Московского государственного музея-заповедника.</a:t>
            </a:r>
          </a:p>
        </p:txBody>
      </p:sp>
    </p:spTree>
    <p:extLst>
      <p:ext uri="{BB962C8B-B14F-4D97-AF65-F5344CB8AC3E}">
        <p14:creationId xmlns:p14="http://schemas.microsoft.com/office/powerpoint/2010/main" val="297465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D17C039-B843-1AAE-157D-1BDC039B30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27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1F5BF-32AB-C95B-0CC1-6FC2769B59F0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680AA-439F-3440-AE1B-8C22E300425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Шоссе Энтузиастов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15434-4847-FF57-EA9A-BDC34DD0EB39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Терлецкий парк (или «Терлецкая дубрава») — это </a:t>
            </a:r>
            <a:r>
              <a:rPr lang="ru-RU" sz="1600" dirty="0">
                <a:latin typeface="Bahnschrift Light Condensed" panose="020B0502040204020203" pitchFamily="34" charset="0"/>
              </a:rPr>
              <a:t>живописный лесной массив на востоке Москвы, известный своими каскадными прудами и реликтовыми дубами. </a:t>
            </a:r>
          </a:p>
        </p:txBody>
      </p:sp>
    </p:spTree>
    <p:extLst>
      <p:ext uri="{BB962C8B-B14F-4D97-AF65-F5344CB8AC3E}">
        <p14:creationId xmlns:p14="http://schemas.microsoft.com/office/powerpoint/2010/main" val="202180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Фотография">
            <a:extLst>
              <a:ext uri="{FF2B5EF4-FFF2-40B4-BE49-F238E27FC236}">
                <a16:creationId xmlns:a16="http://schemas.microsoft.com/office/drawing/2014/main" id="{56559A72-C942-E4E3-C839-4654A1393B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9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E6939-34DB-DB85-53F6-7FF8D35729E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07C85-6A2E-B3A2-4AE6-FE548417FC7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Авиамоторная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B6570-081A-1475-4A7C-5C34991B185D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Музей кочевой культуры</a:t>
            </a:r>
            <a:r>
              <a:rPr lang="ru-RU" sz="1600" dirty="0">
                <a:latin typeface="Bahnschrift Light Condensed" panose="020B0502040204020203" pitchFamily="34" charset="0"/>
              </a:rPr>
              <a:t> в Москве — это уникальный интерактивный этнографический комплекс под открытым небом, где можно не просто увидеть, но и буквально «пожить» в жилищах кочевников со всего мира.</a:t>
            </a:r>
          </a:p>
        </p:txBody>
      </p:sp>
    </p:spTree>
    <p:extLst>
      <p:ext uri="{BB962C8B-B14F-4D97-AF65-F5344CB8AC3E}">
        <p14:creationId xmlns:p14="http://schemas.microsoft.com/office/powerpoint/2010/main" val="201678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Музей-заповедник «Лефортово»">
            <a:extLst>
              <a:ext uri="{FF2B5EF4-FFF2-40B4-BE49-F238E27FC236}">
                <a16:creationId xmlns:a16="http://schemas.microsoft.com/office/drawing/2014/main" id="{086EBB15-102D-6548-D632-91A8309E09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9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37C50-5268-477F-1A9C-F8CAB5C42E4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8590F-7CA7-F270-A857-5DC253A7ADA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Авиамоторная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C9DF6-F52C-6B87-C1A7-A79CC7A7D4C2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Лефортовский парк</a:t>
            </a:r>
            <a:r>
              <a:rPr lang="ru-RU" sz="1600" dirty="0">
                <a:latin typeface="Bahnschrift Light Condensed" panose="020B0502040204020203" pitchFamily="34" charset="0"/>
              </a:rPr>
              <a:t> (бывший Головинский сад) — старейший регулярный парк Москвы, основанный в 1703 году. Его часто называют «Версалем на Яузе», так как он стал первым в России садом в европейском стиле и послужил прообразом для знаменитых парков Санкт-Петербурга.</a:t>
            </a:r>
          </a:p>
        </p:txBody>
      </p:sp>
    </p:spTree>
    <p:extLst>
      <p:ext uri="{BB962C8B-B14F-4D97-AF65-F5344CB8AC3E}">
        <p14:creationId xmlns:p14="http://schemas.microsoft.com/office/powerpoint/2010/main" val="224342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5375D541-68C7-5E25-D19E-109F9404B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"/>
          <a:stretch/>
        </p:blipFill>
        <p:spPr bwMode="auto">
          <a:xfrm>
            <a:off x="-1" y="-1"/>
            <a:ext cx="12192001" cy="686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F4036-06E2-C748-CC41-1CE53F5F6F2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9D2F9-3F36-5252-E2D3-1EFDF6315A6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Авиамоторная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8B0F5-14B9-FC41-D647-3516C31A68DA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Лефортовский парк</a:t>
            </a:r>
            <a:r>
              <a:rPr lang="ru-RU" sz="1600" dirty="0">
                <a:latin typeface="Bahnschrift Light Condensed" panose="020B0502040204020203" pitchFamily="34" charset="0"/>
              </a:rPr>
              <a:t> (бывший Головинский сад) — старейший регулярный парк Москвы, основанный в 1703 году. Его часто называют «Версалем на Яузе», так как он стал первым в России садом в европейском стиле и послужил прообразом для знаменитых парков Санкт-Петербурга.</a:t>
            </a:r>
          </a:p>
        </p:txBody>
      </p:sp>
    </p:spTree>
    <p:extLst>
      <p:ext uri="{BB962C8B-B14F-4D97-AF65-F5344CB8AC3E}">
        <p14:creationId xmlns:p14="http://schemas.microsoft.com/office/powerpoint/2010/main" val="2937473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undefined">
            <a:extLst>
              <a:ext uri="{FF2B5EF4-FFF2-40B4-BE49-F238E27FC236}">
                <a16:creationId xmlns:a16="http://schemas.microsoft.com/office/drawing/2014/main" id="{970C379C-6A3E-221A-146A-85D59BE7C6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7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7CFF5-7B90-2862-8A58-8A08499F7348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D4402-7ECF-C24D-90C7-BDDC7DCBEBB2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Площадь Ильича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DD75B-BAF3-8A7B-037C-A763F68C864F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 err="1">
                <a:effectLst/>
                <a:latin typeface="Bahnschrift Light Condensed" panose="020B0502040204020203" pitchFamily="34" charset="0"/>
              </a:rPr>
              <a:t>Крутицкое</a:t>
            </a:r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 Патриаршее подворье — 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историко-архитектурный комплекс XIII–XVII веков в Москве, сохранивший атмосферу древней столицы. Это бывшая резиденция епископов </a:t>
            </a:r>
            <a:r>
              <a:rPr lang="ru-RU" sz="1600" dirty="0" err="1">
                <a:latin typeface="Bahnschrift Light Condensed" panose="020B0502040204020203" pitchFamily="34" charset="0"/>
              </a:rPr>
              <a:t>Сарских</a:t>
            </a:r>
            <a:r>
              <a:rPr lang="ru-RU" sz="1600" dirty="0">
                <a:latin typeface="Bahnschrift Light Condensed" panose="020B0502040204020203" pitchFamily="34" charset="0"/>
              </a:rPr>
              <a:t> и </a:t>
            </a:r>
            <a:r>
              <a:rPr lang="ru-RU" sz="1600" dirty="0" err="1">
                <a:latin typeface="Bahnschrift Light Condensed" panose="020B0502040204020203" pitchFamily="34" charset="0"/>
              </a:rPr>
              <a:t>Подонских</a:t>
            </a:r>
            <a:r>
              <a:rPr lang="ru-RU" sz="1600" dirty="0">
                <a:latin typeface="Bahnschrift Light Condensed" panose="020B0502040204020203" pitchFamily="34" charset="0"/>
              </a:rPr>
              <a:t>, а сейчас — действующее подворье Патриарха Московского и всея Руси.</a:t>
            </a:r>
          </a:p>
        </p:txBody>
      </p:sp>
    </p:spTree>
    <p:extLst>
      <p:ext uri="{BB962C8B-B14F-4D97-AF65-F5344CB8AC3E}">
        <p14:creationId xmlns:p14="http://schemas.microsoft.com/office/powerpoint/2010/main" val="284590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undefined">
            <a:extLst>
              <a:ext uri="{FF2B5EF4-FFF2-40B4-BE49-F238E27FC236}">
                <a16:creationId xmlns:a16="http://schemas.microsoft.com/office/drawing/2014/main" id="{0929BB48-550E-B0B8-907C-72F67CC9DA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46" b="10212"/>
          <a:stretch/>
        </p:blipFill>
        <p:spPr bwMode="auto">
          <a:xfrm>
            <a:off x="3524250" y="-2"/>
            <a:ext cx="866775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85006-D0A4-CF05-172E-9B2CECE417A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C3111-7560-9E22-66F4-151D7AE845D7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Площадь Ильича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DD60E-FA77-752E-6899-2F9FD6BFEB39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 err="1">
                <a:effectLst/>
                <a:latin typeface="Bahnschrift Light Condensed" panose="020B0502040204020203" pitchFamily="34" charset="0"/>
              </a:rPr>
              <a:t>Спасо</a:t>
            </a:r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-Андроников монастырь</a:t>
            </a:r>
            <a:r>
              <a:rPr lang="ru-RU" sz="1600" dirty="0">
                <a:latin typeface="Bahnschrift Light Condensed" panose="020B0502040204020203" pitchFamily="34" charset="0"/>
              </a:rPr>
              <a:t> — один из древнейших монастырей Москвы, основанный в 1357 году митрополитом Алексием. Он расположен на высоком берегу реки Яузы и знаменит тем, что здесь жил и был похоронен великий иконописец </a:t>
            </a:r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Андрей Рублев.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39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Храм преподобного Сергия Радонежского">
            <a:extLst>
              <a:ext uri="{FF2B5EF4-FFF2-40B4-BE49-F238E27FC236}">
                <a16:creationId xmlns:a16="http://schemas.microsoft.com/office/drawing/2014/main" id="{9A2E8689-E7CE-6C3A-3B97-C2365DC8C7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1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E0806-7C4F-7BBD-9B88-876B224153A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56C6B-5A40-406C-FCE6-D701C681F7E7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Площадь Ильича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F2F32-B094-6348-5441-64E97A276A26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Храм преподобного Сергия Радонежского в Рогожской слободе</a:t>
            </a:r>
            <a:r>
              <a:rPr lang="ru-RU" sz="1600" dirty="0">
                <a:latin typeface="Bahnschrift Light Condensed" panose="020B0502040204020203" pitchFamily="34" charset="0"/>
              </a:rPr>
              <a:t> — это яркий памятник архитектуры классицизма начала XIX века, расположенный в Таганском районе Москвы. Его история тесно связана с соседним </a:t>
            </a:r>
            <a:r>
              <a:rPr lang="ru-RU" sz="1600" dirty="0" err="1">
                <a:latin typeface="Bahnschrift Light Condensed" panose="020B0502040204020203" pitchFamily="34" charset="0"/>
              </a:rPr>
              <a:t>Спасо</a:t>
            </a:r>
            <a:r>
              <a:rPr lang="ru-RU" sz="1600" dirty="0">
                <a:latin typeface="Bahnschrift Light Condensed" panose="020B0502040204020203" pitchFamily="34" charset="0"/>
              </a:rPr>
              <a:t>-Андрониковым монастырем.</a:t>
            </a:r>
          </a:p>
        </p:txBody>
      </p:sp>
    </p:spTree>
    <p:extLst>
      <p:ext uri="{BB962C8B-B14F-4D97-AF65-F5344CB8AC3E}">
        <p14:creationId xmlns:p14="http://schemas.microsoft.com/office/powerpoint/2010/main" val="246724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«Бункер-42». Музей холодной войны">
            <a:extLst>
              <a:ext uri="{FF2B5EF4-FFF2-40B4-BE49-F238E27FC236}">
                <a16:creationId xmlns:a16="http://schemas.microsoft.com/office/drawing/2014/main" id="{D3E632CF-0AD2-0A6D-C6A1-85DAB596B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9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5EB7F-5836-00A2-B595-6B3D62EA55D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092FA-051B-F0AB-FF20-804812E40DD9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Марксистская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76BA1-7AB9-56E2-F984-C3B37CDCDB40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Бункер-42 на Таганке</a:t>
            </a:r>
            <a:r>
              <a:rPr lang="ru-RU" sz="1600" dirty="0">
                <a:latin typeface="Bahnschrift Light Condensed" panose="020B0502040204020203" pitchFamily="34" charset="0"/>
              </a:rPr>
              <a:t> — это военно-исторический музей и бывший засекреченный запасной командный пункт дальней авиации (ГО-42), расположенный на глубине 65 метров под землей. Это уникальный объект времен Холодной войны, способный выдержать ядерный удар.</a:t>
            </a:r>
          </a:p>
        </p:txBody>
      </p:sp>
    </p:spTree>
    <p:extLst>
      <p:ext uri="{BB962C8B-B14F-4D97-AF65-F5344CB8AC3E}">
        <p14:creationId xmlns:p14="http://schemas.microsoft.com/office/powerpoint/2010/main" val="2359984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Музей Владимира Высоцкого">
            <a:extLst>
              <a:ext uri="{FF2B5EF4-FFF2-40B4-BE49-F238E27FC236}">
                <a16:creationId xmlns:a16="http://schemas.microsoft.com/office/drawing/2014/main" id="{3026B78D-7586-D5CC-F66A-6406A0853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650" y="0"/>
            <a:ext cx="100483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1E7BF-04D6-BABC-0B29-573BA0B46C4D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F66F9-61B5-94A3-A298-DAAB70822226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Марксистская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68BA0E-6362-37E3-F8B0-6C2C5B694FA5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Государственный музей Владимира Высоцкого</a:t>
            </a:r>
            <a:r>
              <a:rPr lang="ru-RU" sz="1600" dirty="0">
                <a:latin typeface="Bahnschrift Light Condensed" panose="020B0502040204020203" pitchFamily="34" charset="0"/>
              </a:rPr>
              <a:t> расположен в паре минут ходьбы от легендарного Театра на Таганке. Это современный мультимедийный центр, посвященный жизни и творчеству поэта, актера и автора-исполнителя.</a:t>
            </a:r>
          </a:p>
        </p:txBody>
      </p:sp>
    </p:spTree>
    <p:extLst>
      <p:ext uri="{BB962C8B-B14F-4D97-AF65-F5344CB8AC3E}">
        <p14:creationId xmlns:p14="http://schemas.microsoft.com/office/powerpoint/2010/main" val="111896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54307A-2D1A-638B-5209-017E6A635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72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8A127-215D-5485-BC1D-130B83C9A70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4E376-8D1D-9E8F-41C1-7FE251D8CE4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Марксистская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AD744-16D7-56E5-3913-21EE531D5C9E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Таганский парк</a:t>
            </a:r>
            <a:r>
              <a:rPr lang="ru-RU" sz="1600" dirty="0">
                <a:latin typeface="Bahnschrift Light Condensed" panose="020B0502040204020203" pitchFamily="34" charset="0"/>
              </a:rPr>
              <a:t> — это современная зона отдыха в центре Москвы, разделенная Таганской улицей на две территории: основную (ПКиО «Таганский») и детскую (парк имени Н.Н. Прямикова).</a:t>
            </a:r>
          </a:p>
        </p:txBody>
      </p:sp>
    </p:spTree>
    <p:extLst>
      <p:ext uri="{BB962C8B-B14F-4D97-AF65-F5344CB8AC3E}">
        <p14:creationId xmlns:p14="http://schemas.microsoft.com/office/powerpoint/2010/main" val="1942497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Третьяковская галерея">
            <a:extLst>
              <a:ext uri="{FF2B5EF4-FFF2-40B4-BE49-F238E27FC236}">
                <a16:creationId xmlns:a16="http://schemas.microsoft.com/office/drawing/2014/main" id="{EA5E9D04-C65A-6D1E-F6B2-540F90EF7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33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C9BC5-CEB1-C618-6A28-954A8F07975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A74F0-ECC3-D5B2-AB32-F8875A56C766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Третьяковская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4D6AE-7460-9C46-A453-311C76D3F41F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Государственная Третьяковская галерея — </a:t>
            </a:r>
            <a:r>
              <a:rPr lang="ru-RU" sz="1600" dirty="0">
                <a:latin typeface="Bahnschrift Light Condensed" panose="020B0502040204020203" pitchFamily="34" charset="0"/>
              </a:rPr>
              <a:t>главный музей национального искусства России, объединяющий шедевры от древних икон до современного авангарда. В мае 2026 года музей работает в нескольких зданиях с разными экспозициями.</a:t>
            </a:r>
          </a:p>
        </p:txBody>
      </p:sp>
    </p:spTree>
    <p:extLst>
      <p:ext uri="{BB962C8B-B14F-4D97-AF65-F5344CB8AC3E}">
        <p14:creationId xmlns:p14="http://schemas.microsoft.com/office/powerpoint/2010/main" val="4002508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F7339D4-CBBD-E9A7-72D5-F4ADB3CCE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63"/>
          <a:stretch/>
        </p:blipFill>
        <p:spPr bwMode="auto">
          <a:xfrm>
            <a:off x="0" y="-211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8A23E-0700-2503-8AFE-986C7FDE048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Калининская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65CC28-4E2C-088C-9C5B-86B2CFF6D8A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Третьяковская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74E22-109E-6655-330E-AC3F672CD83A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Болотная площадь — </a:t>
            </a:r>
            <a:r>
              <a:rPr lang="ru-RU" sz="1600" dirty="0">
                <a:latin typeface="Bahnschrift Light Condensed" panose="020B0502040204020203" pitchFamily="34" charset="0"/>
              </a:rPr>
              <a:t>одна из старейших и наиболее значимых площадей Москвы, расположенная в районе Якиманка на острове Балчуг, в самом сердце столицы напротив Кремля.</a:t>
            </a:r>
          </a:p>
        </p:txBody>
      </p:sp>
    </p:spTree>
    <p:extLst>
      <p:ext uri="{BB962C8B-B14F-4D97-AF65-F5344CB8AC3E}">
        <p14:creationId xmlns:p14="http://schemas.microsoft.com/office/powerpoint/2010/main" val="2391155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0C52BC7-B378-5DD0-1C59-AE1218B6E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0"/>
            <a:ext cx="12001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3A14CB-8BA4-FEC4-526D-075EF2DFD180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Bahnschrift Condensed" panose="020B0502040204020203" pitchFamily="34" charset="0"/>
              </a:rPr>
              <a:t>Калининская 	</a:t>
            </a:r>
            <a:r>
              <a:rPr lang="ru-RU" sz="2000" dirty="0">
                <a:latin typeface="Bahnschrift Condensed" panose="020B0502040204020203" pitchFamily="34" charset="0"/>
              </a:rPr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BBAFD-1167-F81E-6E7C-03B3E4448C8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Третьяковская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E9329-4331-8044-6ECD-58B13672BA45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Музей Павла и Сергея Третьяковых</a:t>
            </a:r>
            <a:r>
              <a:rPr lang="ru-RU" sz="1600" dirty="0">
                <a:latin typeface="Bahnschrift Light Condensed" panose="020B0502040204020203" pitchFamily="34" charset="0"/>
              </a:rPr>
              <a:t> — это уникальное музейное пространство в составе Государственной Третьяковской галереи, открытое в отреставрированном родовом доме знаменитых меценатов в Замоскворечье.</a:t>
            </a:r>
          </a:p>
        </p:txBody>
      </p:sp>
    </p:spTree>
    <p:extLst>
      <p:ext uri="{BB962C8B-B14F-4D97-AF65-F5344CB8AC3E}">
        <p14:creationId xmlns:p14="http://schemas.microsoft.com/office/powerpoint/2010/main" val="6593610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589</Words>
  <Application>Microsoft Office PowerPoint</Application>
  <PresentationFormat>Широкоэкранный</PresentationFormat>
  <Paragraphs>45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Bahnschrift Condensed</vt:lpstr>
      <vt:lpstr>Bahnschrift Light Condensed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Лизок</dc:creator>
  <cp:lastModifiedBy>Лизок</cp:lastModifiedBy>
  <cp:revision>10</cp:revision>
  <dcterms:created xsi:type="dcterms:W3CDTF">2026-04-20T18:33:53Z</dcterms:created>
  <dcterms:modified xsi:type="dcterms:W3CDTF">2026-05-16T17:33:43Z</dcterms:modified>
</cp:coreProperties>
</file>